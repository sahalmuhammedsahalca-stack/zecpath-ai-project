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Zecpath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Recruitment &amp; Interview Intelligence Platform</a:t>
            </a:r>
          </a:p>
          <a:p>
            <a:r>
              <a:t>Day 67 – Improved Demo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Recruitment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Recruiters may handle large numbers of candidates.</a:t>
            </a:r>
          </a:p>
          <a:p>
            <a:pPr/>
            <a:r>
              <a:t>Manual screening can be repetitive and time-consuming.</a:t>
            </a:r>
          </a:p>
          <a:p>
            <a:pPr/>
            <a:r>
              <a:t>Candidates may pass through multiple evaluation stages.</a:t>
            </a:r>
          </a:p>
          <a:p>
            <a:pPr/>
            <a:r>
              <a:t>Comparing candidates consistently can be difficult.</a:t>
            </a:r>
          </a:p>
          <a:p>
            <a:pPr/>
            <a:r>
              <a:t>Zecpath AI is designed to provide structured AI-assisted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Zecpath AI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candidate and job information.</a:t>
            </a:r>
          </a:p>
          <a:p>
            <a:pPr/>
            <a:r>
              <a:t>Evaluate candidates across multiple recruitment stages.</a:t>
            </a:r>
          </a:p>
          <a:p>
            <a:pPr/>
            <a:r>
              <a:t>Generate structured scores and evaluation outputs.</a:t>
            </a:r>
          </a:p>
          <a:p>
            <a:pPr/>
            <a:r>
              <a:t>Rank and compare candidates.</a:t>
            </a:r>
          </a:p>
          <a:p>
            <a:pPr/>
            <a:r>
              <a:t>Provide recruiter-oriented decision support.</a:t>
            </a:r>
          </a:p>
          <a:p>
            <a:pPr/>
            <a:r>
              <a:t>Use AI assistance while keeping recruitment decisions understandable.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Hiring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Candidate ? Resume / Job Data</a:t>
            </a:r>
          </a:p>
          <a:p>
            <a:pPr/>
            <a:r>
              <a:t>Resume Parsing ? ATS Evaluation</a:t>
            </a:r>
          </a:p>
          <a:p>
            <a:pPr/>
            <a:r>
              <a:t>AI Screening ? HR Interview</a:t>
            </a:r>
          </a:p>
          <a:p>
            <a:pPr/>
            <a:r>
              <a:t>Technical Evaluation ? Behavioral &amp; Communication Analysis</a:t>
            </a:r>
          </a:p>
          <a:p>
            <a:pPr/>
            <a:r>
              <a:t>Integrity Evaluation ? Unified Scoring</a:t>
            </a:r>
          </a:p>
          <a:p>
            <a:pPr/>
            <a:r>
              <a:t>Candidate Ranking ? Final Recommendation</a:t>
            </a:r>
          </a:p>
          <a:p>
            <a:pPr/>
            <a:r>
              <a:t>Hiring Intelligence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&amp; Processing: resumes, job descriptions, candidate responses</a:t>
            </a:r>
          </a:p>
          <a:p>
            <a:pPr/>
            <a:r>
              <a:t>Recruitment Evaluation: ATS, screening, HR, technical, behavioral, communication, integrity</a:t>
            </a:r>
          </a:p>
          <a:p>
            <a:pPr/>
            <a:r>
              <a:t>Decision Intelligence: scoring, ranking, confidence, recommendation, hiring intelligence</a:t>
            </a:r>
          </a:p>
          <a:p>
            <a:pPr/>
            <a:r>
              <a:t>Supporting Infrastructure: API, performance, monitoring, security, stabilization and testing</a:t>
            </a:r>
          </a:p>
          <a:p>
            <a:pPr/>
            <a:r>
              <a:t>Focus: explain the purpose of each layer rather than individual source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AI Module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&amp; Processing</a:t>
            </a:r>
          </a:p>
          <a:p>
            <a:pPr/>
            <a:r>
              <a:t>Recruitment Evaluation</a:t>
            </a:r>
          </a:p>
          <a:p>
            <a:pPr/>
            <a:r>
              <a:t>Decision &amp; Intelligence</a:t>
            </a:r>
          </a:p>
          <a:p>
            <a:pPr/>
            <a:r>
              <a:t>Infrastructure &amp; System Support</a:t>
            </a:r>
          </a:p>
          <a:p>
            <a:pPr/>
            <a:r>
              <a:t>The modules work together as a recruitment evaluation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Candidates Are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 and job information are processed first.</a:t>
            </a:r>
          </a:p>
          <a:p>
            <a:pPr/>
            <a:r>
              <a:t>Candidates can then be evaluated through screening and interview stages.</a:t>
            </a:r>
          </a:p>
          <a:p>
            <a:pPr/>
            <a:r>
              <a:t>Technical, behavioral, communication and integrity signals can contribute to assessment.</a:t>
            </a:r>
          </a:p>
          <a:p>
            <a:pPr/>
            <a:r>
              <a:t>Structured scores make candidate comparison easier.</a:t>
            </a:r>
          </a:p>
          <a:p>
            <a:pPr/>
            <a:r>
              <a:t>Final outputs support recruiter review and decision-making.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CAND001 – Strong candidate scenario</a:t>
            </a:r>
          </a:p>
          <a:p>
            <a:pPr/>
            <a:r>
              <a:t>ATS: 92 | Screening: 90 | HR: 88 | Technical: 91</a:t>
            </a:r>
          </a:p>
          <a:p>
            <a:pPr/>
            <a:r>
              <a:t>CAND002 – Borderline / entry-level scenario</a:t>
            </a:r>
          </a:p>
          <a:p>
            <a:pPr/>
            <a:r>
              <a:t>ATS: 76 | Screening: 72 | HR: 75 | Technical: 70</a:t>
            </a:r>
          </a:p>
          <a:p>
            <a:pPr/>
            <a:r>
              <a:t>CAND003 – Weak technical-fit scenario</a:t>
            </a:r>
          </a:p>
          <a:p>
            <a:pPr/>
            <a:r>
              <a:t>ATS: 42 | Screening: 48 | HR: 65 | Technical: 45</a:t>
            </a:r>
          </a:p>
          <a:p>
            <a:pPr/>
            <a:r>
              <a:t>These values are simulated demonstration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Introduce the recruitment problem.</a:t>
            </a:r>
          </a:p>
          <a:p>
            <a:pPr/>
            <a:r>
              <a:t>2. Explain the Zecpath AI solution.</a:t>
            </a:r>
          </a:p>
          <a:p>
            <a:pPr/>
            <a:r>
              <a:t>3. Show the architecture and hiring pipeline.</a:t>
            </a:r>
          </a:p>
          <a:p>
            <a:pPr/>
            <a:r>
              <a:t>4. Introduce the demonstration candidates.</a:t>
            </a:r>
          </a:p>
          <a:p>
            <a:pPr/>
            <a:r>
              <a:t>5. Walk through candidate evaluation.</a:t>
            </a:r>
          </a:p>
          <a:p>
            <a:pPr/>
            <a:r>
              <a:t>6. Compare results.</a:t>
            </a:r>
          </a:p>
          <a:p>
            <a:pPr/>
            <a:r>
              <a:t>7. Explain the recommendation and business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Explaining Results to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not only read the numbers from the screen.</a:t>
            </a:r>
          </a:p>
          <a:p>
            <a:pPr/>
            <a:r>
              <a:t>Explain what each evaluation stage represents.</a:t>
            </a:r>
          </a:p>
          <a:p>
            <a:pPr/>
            <a:r>
              <a:t>Explain why candidates produce different results.</a:t>
            </a:r>
          </a:p>
          <a:p>
            <a:pPr/>
            <a:r>
              <a:t>Connect scores to candidate strengths and weaknesses.</a:t>
            </a:r>
          </a:p>
          <a:p>
            <a:pPr/>
            <a:r>
              <a:t>Keep technical details short unless stakeholders ask for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repetitive recruitment work.</a:t>
            </a:r>
          </a:p>
          <a:p>
            <a:pPr/>
            <a:r>
              <a:t>Support faster candidate evaluation.</a:t>
            </a:r>
          </a:p>
          <a:p>
            <a:pPr/>
            <a:r>
              <a:t>Provide a structured evaluation framework.</a:t>
            </a:r>
          </a:p>
          <a:p>
            <a:pPr/>
            <a:r>
              <a:t>Make candidate comparison easier.</a:t>
            </a:r>
          </a:p>
          <a:p>
            <a:pPr/>
            <a:r>
              <a:t>Improve recruiter visibility into candidate performance.</a:t>
            </a:r>
          </a:p>
          <a:p>
            <a:pPr/>
            <a:r>
              <a:t>Support data-driven recruitment decisions.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Production-Readiness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Scoring consistency and output formatting</a:t>
            </a:r>
          </a:p>
          <a:p>
            <a:pPr/>
            <a:r>
              <a:t>Report clarity and recruiter-facing outputs</a:t>
            </a:r>
          </a:p>
          <a:p>
            <a:pPr/>
            <a:r>
              <a:t>Error handling and system stabilization</a:t>
            </a:r>
          </a:p>
          <a:p>
            <a:pPr/>
            <a:r>
              <a:t>Performance and scalability</a:t>
            </a:r>
          </a:p>
          <a:p>
            <a:pPr/>
            <a:r>
              <a:t>Monitoring and observability</a:t>
            </a:r>
          </a:p>
          <a:p>
            <a:pPr/>
            <a:r>
              <a:t>Security and governance</a:t>
            </a:r>
          </a:p>
          <a:p>
            <a:pPr/>
            <a:r>
              <a:t>Testing and internal system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Q&amp;A – Key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problem does it solve? ? Structured AI-assisted recruitment evaluation.</a:t>
            </a:r>
          </a:p>
          <a:p>
            <a:pPr/>
            <a:r>
              <a:t>Why multiple stages? ? Broader assessment than a single score.</a:t>
            </a:r>
          </a:p>
          <a:p>
            <a:pPr/>
            <a:r>
              <a:t>Can recruiters understand results? ? Structured outputs support review.</a:t>
            </a:r>
          </a:p>
          <a:p>
            <a:pPr/>
            <a:r>
              <a:t>Is it production-ready? ? Strong engineering preparation is complete; real-world deployment still requires validation and integration.</a:t>
            </a:r>
          </a:p>
          <a:p>
            <a:pPr/>
            <a:r>
              <a:t>Are all planned features implemented? ? No; future scope is clearly separated.</a:t>
            </a:r>
          </a:p>
          <a:p>
            <a:pPr/>
            <a:r>
              <a:t>What data is demonstrated? ? Prepared simulated candidate and evaluation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&amp; problem: 1–2 minutes</a:t>
            </a:r>
          </a:p>
          <a:p>
            <a:pPr/>
            <a:r>
              <a:t>AI solution: 1–2 minutes</a:t>
            </a:r>
          </a:p>
          <a:p>
            <a:pPr/>
            <a:r>
              <a:t>Architecture &amp; pipeline: 2–3 minutes</a:t>
            </a:r>
          </a:p>
          <a:p>
            <a:pPr/>
            <a:r>
              <a:t>AI modules: 1–2 minutes</a:t>
            </a:r>
          </a:p>
          <a:p>
            <a:pPr/>
            <a:r>
              <a:t>Candidate demonstration: 4–6 minutes</a:t>
            </a:r>
          </a:p>
          <a:p>
            <a:pPr/>
            <a:r>
              <a:t>Business impact: 1–2 minutes</a:t>
            </a:r>
          </a:p>
          <a:p>
            <a:pPr/>
            <a:r>
              <a:t>Production readiness &amp; future scope: 1–2 minutes</a:t>
            </a:r>
          </a:p>
          <a:p>
            <a:pPr/>
            <a:r>
              <a:t>Target total: approximately 15–20 minutes, excluding extended Q&amp;A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Additional recruitment automation</a:t>
            </a:r>
          </a:p>
          <a:p>
            <a:pPr/>
            <a:r>
              <a:t>Expanded integrations</a:t>
            </a:r>
          </a:p>
          <a:p>
            <a:pPr/>
            <a:r>
              <a:t>Advanced analytics</a:t>
            </a:r>
          </a:p>
          <a:p>
            <a:pPr/>
            <a:r>
              <a:t>Improved recruiter interfaces</a:t>
            </a:r>
          </a:p>
          <a:p>
            <a:pPr/>
            <a:r>
              <a:t>Additional AI capabilities</a:t>
            </a:r>
          </a:p>
          <a:p>
            <a:pPr/>
            <a:r>
              <a:t>Further production integrations</a:t>
            </a:r>
          </a:p>
          <a:p>
            <a:pPr/>
            <a:r>
              <a:t>Future scope should be presented separately from currently demonstrated functionality.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Demo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deck: READY</a:t>
            </a:r>
          </a:p>
          <a:p>
            <a:pPr/>
            <a:r>
              <a:t>Demo script: READY</a:t>
            </a:r>
          </a:p>
          <a:p>
            <a:pPr/>
            <a:r>
              <a:t>Supporting diagrams: READY</a:t>
            </a:r>
          </a:p>
          <a:p>
            <a:pPr/>
            <a:r>
              <a:t>Stakeholder Q&amp;A: READY</a:t>
            </a:r>
          </a:p>
          <a:p>
            <a:pPr/>
            <a:r>
              <a:t>Timing plan: READY</a:t>
            </a:r>
          </a:p>
          <a:p>
            <a:pPr/>
            <a:r>
              <a:t>Accuracy guidelines: READY</a:t>
            </a:r>
          </a:p>
          <a:p>
            <a:pPr/>
            <a:r>
              <a:t>Final practice run recommended before stakeholder demonstration.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Zecpath AI provides an AI-assisted recruitment evaluation workflow.</a:t>
            </a:r>
          </a:p>
          <a:p>
            <a:pPr/>
            <a:r>
              <a:t>The system combines multiple candidate evaluation stages.</a:t>
            </a:r>
          </a:p>
          <a:p>
            <a:pPr/>
            <a:r>
              <a:t>Structured outputs support candidate comparison and recruiter decision-making.</a:t>
            </a:r>
          </a:p>
          <a:p>
            <a:pPr/>
            <a:r>
              <a:t>The project has undergone testing, refinement, performance, monitoring and internal review.</a:t>
            </a:r>
          </a:p>
          <a:p>
            <a:pPr/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